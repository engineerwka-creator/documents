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6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4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6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4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4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1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3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96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6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6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8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06D26-8AEF-4BE6-8023-0CFD0266F5A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C6E0-78D0-40FF-961A-25A1BF5BC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3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635818"/>
            <a:ext cx="9144000" cy="468157"/>
          </a:xfrm>
        </p:spPr>
        <p:txBody>
          <a:bodyPr>
            <a:normAutofit/>
          </a:bodyPr>
          <a:lstStyle/>
          <a:p>
            <a:r>
              <a:rPr lang="en-US" b="1" dirty="0" smtClean="0"/>
              <a:t>ADAS – Advanced Driver Assistance Systems</a:t>
            </a:r>
          </a:p>
          <a:p>
            <a:endParaRPr lang="en-US" dirty="0"/>
          </a:p>
        </p:txBody>
      </p:sp>
      <p:pic>
        <p:nvPicPr>
          <p:cNvPr id="1026" name="Picture 2" descr="Types of ADAS Sensors in Use Today | Dewesof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641" y="1215485"/>
            <a:ext cx="9378718" cy="540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39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1800" dirty="0" smtClean="0"/>
              <a:t>ADAS to zbiór systemów elektronicznych w pojazdach, które wspierają kierowcę w prowadzeniu samochodu z myślą o poprawie bezpieczeństwa i komfortu. To technologie, które pomagają wykrywać potencjalne zagrożenia, ostrzegać kierowcę, a w niektórych przypadkach interweniować (hamowanie, korekta toru) zanim kierowca zareaguje.</a:t>
            </a:r>
            <a:endParaRPr lang="en-US" sz="1800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sz="1800" b="1" dirty="0" smtClean="0"/>
              <a:t>Z czego składa się ADAS – podstawowe komponenty</a:t>
            </a:r>
          </a:p>
          <a:p>
            <a:r>
              <a:rPr lang="pl-PL" sz="1800" dirty="0" smtClean="0"/>
              <a:t>Czujniki i urządzenia wejściowe: kamery, radary, </a:t>
            </a:r>
            <a:r>
              <a:rPr lang="pl-PL" sz="1800" dirty="0" err="1" smtClean="0"/>
              <a:t>lidar</a:t>
            </a:r>
            <a:r>
              <a:rPr lang="pl-PL" sz="1800" dirty="0" smtClean="0"/>
              <a:t>, ultradźwięki – służą do wykrywania otoczenia pojazdu. </a:t>
            </a:r>
          </a:p>
          <a:p>
            <a:r>
              <a:rPr lang="pl-PL" sz="1800" dirty="0" smtClean="0"/>
              <a:t>Jednostka przetwarzająca / sterownik (ECU): zbiera dane z czujników, analizuje je algorytmami, decyduje o ewentualnej akcji.</a:t>
            </a:r>
          </a:p>
          <a:p>
            <a:r>
              <a:rPr lang="pl-PL" sz="1800" dirty="0" err="1" smtClean="0"/>
              <a:t>Aktuatory</a:t>
            </a:r>
            <a:r>
              <a:rPr lang="pl-PL" sz="1800" dirty="0" smtClean="0"/>
              <a:t> / mechanizmy wykonawcze: systemy pojazdu (hamulce, kierownica, systemy wspomagania) które mogą podjąć działanie lub wspomóc kierowcę.</a:t>
            </a:r>
          </a:p>
          <a:p>
            <a:r>
              <a:rPr lang="pl-PL" sz="1800" dirty="0" smtClean="0"/>
              <a:t>Interfejs z kierowcą: ostrzeżenia dźwiękowe, wizualne albo haptyczne (np. wibracje) – informujące kierowcę lub proszące o interwencję.</a:t>
            </a:r>
          </a:p>
          <a:p>
            <a:pPr marL="0" indent="0">
              <a:buNone/>
            </a:pPr>
            <a:r>
              <a:rPr lang="pl-PL" sz="1800" b="1" dirty="0" smtClean="0"/>
              <a:t>Główne funkcje / zastosowania ADAS</a:t>
            </a:r>
          </a:p>
          <a:p>
            <a:r>
              <a:rPr lang="pl-PL" sz="1800" dirty="0" smtClean="0"/>
              <a:t>Poniżej przykłady typowych funkcji wchodzących w zakres ADAS:</a:t>
            </a:r>
          </a:p>
          <a:p>
            <a:r>
              <a:rPr lang="pl-PL" sz="1800" dirty="0" smtClean="0"/>
              <a:t>Ostrzeganie o niezamierzonej zmianie pasa ruchu (LDW – Lane </a:t>
            </a:r>
            <a:r>
              <a:rPr lang="pl-PL" sz="1800" dirty="0" err="1" smtClean="0"/>
              <a:t>Departure</a:t>
            </a:r>
            <a:r>
              <a:rPr lang="pl-PL" sz="1800" dirty="0" smtClean="0"/>
              <a:t> </a:t>
            </a:r>
            <a:r>
              <a:rPr lang="pl-PL" sz="1800" dirty="0" err="1" smtClean="0"/>
              <a:t>Warning</a:t>
            </a:r>
            <a:r>
              <a:rPr lang="pl-PL" sz="1800" dirty="0" smtClean="0"/>
              <a:t>) i/lub wspomaganie utrzymania pasa (Lane </a:t>
            </a:r>
            <a:r>
              <a:rPr lang="pl-PL" sz="1800" dirty="0" err="1" smtClean="0"/>
              <a:t>Keep</a:t>
            </a:r>
            <a:r>
              <a:rPr lang="pl-PL" sz="1800" dirty="0" smtClean="0"/>
              <a:t> </a:t>
            </a:r>
            <a:r>
              <a:rPr lang="pl-PL" sz="1800" dirty="0" err="1" smtClean="0"/>
              <a:t>Assist</a:t>
            </a:r>
            <a:r>
              <a:rPr lang="pl-PL" sz="1800" dirty="0" smtClean="0"/>
              <a:t>).</a:t>
            </a:r>
          </a:p>
          <a:p>
            <a:r>
              <a:rPr lang="pl-PL" sz="1800" dirty="0" smtClean="0"/>
              <a:t>Adaptacyjny tempomat (ACC – </a:t>
            </a:r>
            <a:r>
              <a:rPr lang="pl-PL" sz="1800" dirty="0" err="1" smtClean="0"/>
              <a:t>Adaptive</a:t>
            </a:r>
            <a:r>
              <a:rPr lang="pl-PL" sz="1800" dirty="0" smtClean="0"/>
              <a:t> </a:t>
            </a:r>
            <a:r>
              <a:rPr lang="pl-PL" sz="1800" dirty="0" err="1" smtClean="0"/>
              <a:t>Cruise</a:t>
            </a:r>
            <a:r>
              <a:rPr lang="pl-PL" sz="1800" dirty="0" smtClean="0"/>
              <a:t> Control) – utrzymuje bezpieczny odstęp od pojazdu poprzedzającego.</a:t>
            </a:r>
          </a:p>
          <a:p>
            <a:r>
              <a:rPr lang="pl-PL" sz="1800" dirty="0" smtClean="0"/>
              <a:t>Automatyczne hamowanie awaryjne (AEB – </a:t>
            </a:r>
            <a:r>
              <a:rPr lang="pl-PL" sz="1800" dirty="0" err="1" smtClean="0"/>
              <a:t>Autonomous</a:t>
            </a:r>
            <a:r>
              <a:rPr lang="pl-PL" sz="1800" dirty="0" smtClean="0"/>
              <a:t> </a:t>
            </a:r>
            <a:r>
              <a:rPr lang="pl-PL" sz="1800" dirty="0" err="1" smtClean="0"/>
              <a:t>Emergency</a:t>
            </a:r>
            <a:r>
              <a:rPr lang="pl-PL" sz="1800" dirty="0" smtClean="0"/>
              <a:t> </a:t>
            </a:r>
            <a:r>
              <a:rPr lang="pl-PL" sz="1800" dirty="0" err="1" smtClean="0"/>
              <a:t>Braking</a:t>
            </a:r>
            <a:r>
              <a:rPr lang="pl-PL" sz="1800" dirty="0" smtClean="0"/>
              <a:t>) – w sytuacji potencjalnej kolizji system sam hamuje lub wspomaga hamowanie.</a:t>
            </a:r>
          </a:p>
          <a:p>
            <a:r>
              <a:rPr lang="pl-PL" sz="1800" dirty="0" smtClean="0"/>
              <a:t>Wykrywanie pojazdu w martwym polu (Blind Spot </a:t>
            </a:r>
            <a:r>
              <a:rPr lang="pl-PL" sz="1800" dirty="0" err="1" smtClean="0"/>
              <a:t>Detection</a:t>
            </a:r>
            <a:r>
              <a:rPr lang="pl-PL" sz="1800" dirty="0" smtClean="0"/>
              <a:t>), ostrzeganie przy cofaniu lub przy skręcie w tył drogi (Cross-</a:t>
            </a:r>
            <a:r>
              <a:rPr lang="pl-PL" sz="1800" dirty="0" err="1" smtClean="0"/>
              <a:t>Traffic</a:t>
            </a:r>
            <a:r>
              <a:rPr lang="pl-PL" sz="1800" dirty="0" smtClean="0"/>
              <a:t> Alert).</a:t>
            </a:r>
          </a:p>
          <a:p>
            <a:r>
              <a:rPr lang="pl-PL" sz="1800" dirty="0" smtClean="0"/>
              <a:t>Systemy wspomagania parkowania, sterowania światłami (adaptacyjne światła), rozpoznawania znaków drogowych.</a:t>
            </a:r>
          </a:p>
          <a:p>
            <a:endParaRPr lang="pl-PL" sz="1800" dirty="0" smtClean="0"/>
          </a:p>
        </p:txBody>
      </p:sp>
    </p:spTree>
    <p:extLst>
      <p:ext uri="{BB962C8B-B14F-4D97-AF65-F5344CB8AC3E}">
        <p14:creationId xmlns:p14="http://schemas.microsoft.com/office/powerpoint/2010/main" val="237565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82083" y="743957"/>
            <a:ext cx="10515600" cy="4351338"/>
          </a:xfrm>
        </p:spPr>
        <p:txBody>
          <a:bodyPr>
            <a:normAutofit/>
          </a:bodyPr>
          <a:lstStyle/>
          <a:p>
            <a:r>
              <a:rPr lang="pl-PL" sz="1800" b="1" dirty="0" smtClean="0"/>
              <a:t>Wady / ograniczenia</a:t>
            </a:r>
          </a:p>
          <a:p>
            <a:r>
              <a:rPr lang="pl-PL" sz="1800" dirty="0" smtClean="0"/>
              <a:t>Systemy ADAS nie zastępują kierowcy – wymagają ciągłej uwagi i gotowości do przejęcia kontroli.</a:t>
            </a:r>
          </a:p>
          <a:p>
            <a:r>
              <a:rPr lang="pl-PL" sz="1800" dirty="0" smtClean="0"/>
              <a:t>Wymagana jest kalibracja czujników (po kolizji, wymianie szyby, naprawie) – nieprawidłowo działające systemy mogą być mniej skuteczne lub powodować fałszywe alarmy.</a:t>
            </a:r>
          </a:p>
          <a:p>
            <a:r>
              <a:rPr lang="pl-PL" sz="1800" dirty="0" smtClean="0"/>
              <a:t>Czasem systemy mogą być mniej skuteczne w ekstremalnych warunkach pogodowych lub gdy czujniki są zabrudzone/zakryte.</a:t>
            </a:r>
          </a:p>
          <a:p>
            <a:r>
              <a:rPr lang="pl-PL" sz="1800" dirty="0" smtClean="0"/>
              <a:t>Koszty naprawy i utrzymania mogą być wyższe w pojazdach z zaawansowanymi funkcjami ADAS.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965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utomotive Ethernet: The In-Vehicle Networking of the Futur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637" y="375058"/>
            <a:ext cx="9601743" cy="606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35030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335</Words>
  <Application>Microsoft Office PowerPoint</Application>
  <PresentationFormat>Panoramiczny</PresentationFormat>
  <Paragraphs>19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Motyw pakietu Office</vt:lpstr>
      <vt:lpstr>Prezentacja programu PowerPoint</vt:lpstr>
      <vt:lpstr>ADAS to zbiór systemów elektronicznych w pojazdach, które wspierają kierowcę w prowadzeniu samochodu z myślą o poprawie bezpieczeństwa i komfortu. To technologie, które pomagają wykrywać potencjalne zagrożenia, ostrzegać kierowcę, a w niektórych przypadkach interweniować (hamowanie, korekta toru) zanim kierowca zareaguje.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Karol Wiśniewski</dc:creator>
  <cp:lastModifiedBy>Karol Wiśniewski</cp:lastModifiedBy>
  <cp:revision>8</cp:revision>
  <dcterms:created xsi:type="dcterms:W3CDTF">2025-10-22T11:40:52Z</dcterms:created>
  <dcterms:modified xsi:type="dcterms:W3CDTF">2025-12-09T14:27:46Z</dcterms:modified>
</cp:coreProperties>
</file>